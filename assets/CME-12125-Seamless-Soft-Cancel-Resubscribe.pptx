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Seamless Soft Cancel Undo and Resubscribe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CME-12125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474720"/>
            <a:ext cx="1463040" cy="320040"/>
          </a:xfrm>
          <a:prstGeom prst="roundRect">
            <a:avLst/>
          </a:prstGeom>
          <a:solidFill>
            <a:srgbClr val="241412"/>
          </a:solidFill>
          <a:ln w="12700">
            <a:solidFill>
              <a:srgbClr val="E82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2616"/>
                </a:solidFill>
              </a:defRPr>
            </a:pPr>
            <a:r>
              <a:t>Closed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2616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7315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3B3B3"/>
                </a:solidFill>
              </a:defRPr>
            </a:pPr>
            <a:r>
              <a:t>Current commerce experiences don't allow reactivation for customers still in access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~500K customers land in soft cancel state each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~22% continue using product value after cancellation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80% don't return within 1 year; 60% who return come back on same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$14.4M ARR opportunity ($12.4M B2C, $2M B2B)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Strategic goal: Enable 1-click reactivation and winback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2616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Reactivation &amp; Winback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7315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3B3B3"/>
                </a:solidFill>
              </a:defRPr>
            </a:pPr>
            <a:r>
              <a:t>Seamless 1-click commerce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Reactivation: Same plan or right-size for customers still in access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Update contract terms (overlapping days, ETF)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Surfaces: In-app (Desktop+Web), AM, CC/DC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Winback: 1-click into same plan (most recent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Choose different plans or bundles; Sophia audience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3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2616"/>
                </a:solidFill>
              </a:defRPr>
            </a:pPr>
            <a: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Surfaces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7315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3B3B3"/>
                </a:solidFill>
              </a:defRPr>
            </a:pPr>
            <a:r>
              <a:t>Flora Zhang drove delivery across ATS and 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In-app (Desktop + Web), Account Management (AM), CC/DC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ATS Adobe Billing Services, Hendrix, Revenue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Unified Billing Services, Commerce Experience: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1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B3B3B3"/>
                </a:solidFill>
              </a:defRPr>
            </a:pPr>
            <a:r>
              <a:t>Sophia (audience targeting)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3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Initiative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3B3B3"/>
                </a:solidFill>
              </a:defRPr>
            </a:pPr>
            <a:r>
              <a:t>CME-12125 — Soft Cancel Undo and Resubscribe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37373"/>
                </a:solidFill>
              </a:defRPr>
            </a:pPr>
            <a:r>
              <a:t>Assignee: Flora Zhang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